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Counts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F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Frontend Dev</c:v>
                  </c:pt>
                  <c:pt idx="1">
                    <c:v>UI/UX Design</c:v>
                  </c:pt>
                  <c:pt idx="2">
                    <c:v>DevOps</c:v>
                  </c:pt>
                  <c:pt idx="3">
                    <c:v>Full Stack</c:v>
                  </c:pt>
                  <c:pt idx="4">
                    <c:v>SW Engineer</c:v>
                  </c:pt>
                  <c:pt idx="5">
                    <c:v>Data Scientist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827</c:v>
                </c:pt>
                <c:pt idx="1">
                  <c:v>817</c:v>
                </c:pt>
                <c:pt idx="2">
                  <c:v>800</c:v>
                </c:pt>
                <c:pt idx="3">
                  <c:v>794</c:v>
                </c:pt>
                <c:pt idx="4">
                  <c:v>758</c:v>
                </c:pt>
                <c:pt idx="5">
                  <c:v>718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F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A4A9E"/>
              </a:solidFill>
              <a:effectLst/>
            </c:spPr>
          </c:dPt>
          <c:dPt>
            <c:idx val="2"/>
            <c:bubble3D val="0"/>
            <c:spPr>
              <a:solidFill>
                <a:srgbClr val="6C7FD8"/>
              </a:solidFill>
              <a:effectLst/>
            </c:spPr>
          </c:dPt>
          <c:dPt>
            <c:idx val="3"/>
            <c:bubble3D val="0"/>
            <c:spPr>
              <a:solidFill>
                <a:srgbClr val="A9B6EC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Pt>
            <c:idx val="5"/>
            <c:bubble3D val="0"/>
            <c:spPr>
              <a:solidFill>
                <a:srgbClr val="F9A8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B.Tech</c:v>
                </c:pt>
                <c:pt idx="1">
                  <c:v>MCA</c:v>
                </c:pt>
                <c:pt idx="2">
                  <c:v>M.Tech</c:v>
                </c:pt>
                <c:pt idx="3">
                  <c:v>B.Sc</c:v>
                </c:pt>
                <c:pt idx="4">
                  <c:v>BCA</c:v>
                </c:pt>
                <c:pt idx="5">
                  <c:v>Diploma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2855</c:v>
                </c:pt>
                <c:pt idx="1">
                  <c:v>2420</c:v>
                </c:pt>
                <c:pt idx="2">
                  <c:v>1912</c:v>
                </c:pt>
                <c:pt idx="3">
                  <c:v>1142</c:v>
                </c:pt>
                <c:pt idx="4">
                  <c:v>1132</c:v>
                </c:pt>
                <c:pt idx="5">
                  <c:v>539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63283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6328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LEARNING PATH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ML approach combining content-based filtering (TF-IDF + Cosine Similarity)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supervised classification (Random Forest) to recommend student career paths.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502920" cy="54864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•  Streamlit App  • 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Predict &amp; Recommend Student Career Paths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1619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demographics, education, CGPA, technical skills, interests &amp; preferred work mode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9856" y="16916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1619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48456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4845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48456" y="26517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8456" y="3044952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of Skills + Interest, matched via Cosine Similarity to career profiles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91072" y="16916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1619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9672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19672" y="26517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3044952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the most likely Career label from structured + text features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62288" y="1691640"/>
            <a:ext cx="2615184" cy="2834640"/>
          </a:xfrm>
          <a:prstGeom prst="roundRect">
            <a:avLst>
              <a:gd name="adj" fmla="val 27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1619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90888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90888" y="265176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90888" y="3044952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career, skill gaps, certifications, courses &amp; project ideas (Streamlit app)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design: content-based similarity handles nuanced skill/interest matching, while the classifier provides a robust, generalizable prediction from structured fields.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Snapshot: Raw_dataset.xlsx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4612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16002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4108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(18–35)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(6 levels)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(6 depts)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 (5.8–9.9)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(multi-label text)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(8 categories)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Preferred_Work_Mode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(target, 13 classes)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label balance (top classes)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114800" y="352044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809244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mix</a:t>
            </a:r>
            <a:endParaRPr lang="en-US" sz="13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8001000" y="3520440"/>
          <a:ext cx="3657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26517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5588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75588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Raw_dataset.xlsx, verify 0 nulls, inspect dtypes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474720"/>
            <a:ext cx="219456" cy="219456"/>
          </a:xfrm>
          <a:prstGeom prst="rightArrow">
            <a:avLst/>
          </a:prstGeom>
          <a:solidFill>
            <a:srgbClr val="C4CBEA"/>
          </a:solidFill>
          <a:ln/>
        </p:spPr>
      </p:sp>
      <p:sp>
        <p:nvSpPr>
          <p:cNvPr id="10" name="Shape 8"/>
          <p:cNvSpPr/>
          <p:nvPr/>
        </p:nvSpPr>
        <p:spPr>
          <a:xfrm>
            <a:off x="2770632" y="2377440"/>
            <a:ext cx="1965960" cy="26517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7580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97580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07792" y="2651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07792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 Skills; One-Hot on Interest, Branch, Education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219456" cy="219456"/>
          </a:xfrm>
          <a:prstGeom prst="rightArrow">
            <a:avLst/>
          </a:prstGeom>
          <a:solidFill>
            <a:srgbClr val="C4CBE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92624" y="2377440"/>
            <a:ext cx="1965960" cy="26517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19572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719572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9784" y="2651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9784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user query vs. student text vectors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76872" y="3474720"/>
            <a:ext cx="219456" cy="219456"/>
          </a:xfrm>
          <a:prstGeom prst="rightArrow">
            <a:avLst/>
          </a:prstGeom>
          <a:solidFill>
            <a:srgbClr val="C4CB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14616" y="2377440"/>
            <a:ext cx="1965960" cy="26517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41564" y="2011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941564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51776" y="2651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51776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transformed features → predicts Career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98864" y="3474720"/>
            <a:ext cx="219456" cy="219456"/>
          </a:xfrm>
          <a:prstGeom prst="rightArrow">
            <a:avLst/>
          </a:prstGeom>
          <a:solidFill>
            <a:srgbClr val="C4CBEA"/>
          </a:solidFill>
          <a:ln/>
        </p:spPr>
      </p:sp>
      <p:sp>
        <p:nvSpPr>
          <p:cNvPr id="28" name="Shape 26"/>
          <p:cNvSpPr/>
          <p:nvPr/>
        </p:nvSpPr>
        <p:spPr>
          <a:xfrm>
            <a:off x="9436608" y="2377440"/>
            <a:ext cx="1965960" cy="26517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63556" y="2011680"/>
            <a:ext cx="512064" cy="512064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3556" y="2011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73768" y="2651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73768" y="320040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returns career, skill gaps, courses &amp; certs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TfidfVectorizer • ColumnTransformer • OneHotEncoder • RandomForestClassifier • cosine_similarity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src/utils.py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load_data() — reads Raw dataset.xlsx into a DataFrame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587752"/>
            <a:ext cx="82296" cy="749808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426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src/vectorizer.py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TextFeatureVectorizer — fits TF-IDF over Skills + Interest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83864"/>
            <a:ext cx="82296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38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src/recommender.py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8496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RecommenderEngine — predict_and_recommend(): scores similarity, returns matches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943600" cy="749808"/>
          </a:xfrm>
          <a:prstGeom prst="roundRect">
            <a:avLst>
              <a:gd name="adj" fmla="val 731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79976"/>
            <a:ext cx="82296" cy="749808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src/knowledge_base.py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7457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 — maps each career to skills, certs, courses &amp; projects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03720" y="210312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075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skills, interest &amp; CGPA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267004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26426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choose a target career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03720" y="32369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236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32095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"Generate Recommendations"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03720" y="380390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3803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37764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predicted domain + match score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03720" y="43708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370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343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skill gaps, certs, courses &amp; projects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Strengths of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content-based similarity with a trained classifier — nuanced text matching plus robust, generalizable predictions.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56632" y="1874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Feature Set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44568" y="237744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8 signals per student — skills, interest, education, branch, CGPA and work-mode preference — for a well-rounded match.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51392" y="1874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Data Foundation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9328" y="237744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real student records across 13 career paths, reasonably balanced classes, and zero missing values to clean.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767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3749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Not Just a Label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25196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prediction to surface skill gaps, certifications, courses and project ideas the student can act 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34340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44568" y="3767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56632" y="3749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Interactive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44568" y="425196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live Streamlit app, so recommendations are a click away rather than locked in a notebook.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63500" dist="25400" dir="5400000">
              <a:srgbClr val="16193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3767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51392" y="37490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39328" y="4251960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TF-IDF + Random Forest pipeline scales cleanly as new skills, interests or career categories are added.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priorities to complete &amp; strengthen the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6328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rf.fit(X_train, y_train); report accuracy_score on the held-out test 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63283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965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377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confusion matrix, per-class precision/recall, and cross-validation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63283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965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3880" y="23774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n_estimators/max_depth; compare against Logistic Regression or XGBoost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6328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0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scores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similarity score and classifier confidence into one ranked recommendation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6576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63283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840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skew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251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class imbalance across the 13 careers; consider stratified splits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36576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263283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840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42519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skill-gap explanations and cache model artifacts for faster Streamlit loads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586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28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&amp; Learning Path Recommendation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2026-07-23T04:31:57Z</dcterms:created>
  <dcterms:modified xsi:type="dcterms:W3CDTF">2026-07-23T04:31:57Z</dcterms:modified>
</cp:coreProperties>
</file>